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PT Mono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TMon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9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46.png"/><Relationship Id="rId11" Type="http://schemas.openxmlformats.org/officeDocument/2006/relationships/image" Target="../media/image44.png"/><Relationship Id="rId10" Type="http://schemas.openxmlformats.org/officeDocument/2006/relationships/image" Target="../media/image36.png"/><Relationship Id="rId21" Type="http://schemas.openxmlformats.org/officeDocument/2006/relationships/image" Target="../media/image12.png"/><Relationship Id="rId13" Type="http://schemas.openxmlformats.org/officeDocument/2006/relationships/image" Target="../media/image41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9" Type="http://schemas.openxmlformats.org/officeDocument/2006/relationships/image" Target="../media/image38.png"/><Relationship Id="rId15" Type="http://schemas.openxmlformats.org/officeDocument/2006/relationships/image" Target="../media/image39.png"/><Relationship Id="rId14" Type="http://schemas.openxmlformats.org/officeDocument/2006/relationships/image" Target="../media/image35.png"/><Relationship Id="rId17" Type="http://schemas.openxmlformats.org/officeDocument/2006/relationships/image" Target="../media/image45.png"/><Relationship Id="rId16" Type="http://schemas.openxmlformats.org/officeDocument/2006/relationships/image" Target="../media/image40.png"/><Relationship Id="rId5" Type="http://schemas.openxmlformats.org/officeDocument/2006/relationships/image" Target="../media/image27.png"/><Relationship Id="rId19" Type="http://schemas.openxmlformats.org/officeDocument/2006/relationships/image" Target="../media/image42.png"/><Relationship Id="rId6" Type="http://schemas.openxmlformats.org/officeDocument/2006/relationships/image" Target="../media/image29.png"/><Relationship Id="rId18" Type="http://schemas.openxmlformats.org/officeDocument/2006/relationships/image" Target="../media/image43.png"/><Relationship Id="rId7" Type="http://schemas.openxmlformats.org/officeDocument/2006/relationships/image" Target="../media/image34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971675" y="21907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Име на проект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857500" y="2952750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en-US" sz="4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Име</a:t>
            </a:r>
            <a:r>
              <a:rPr lang="en-US" sz="37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на отбор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&#10;&#10;Description automatically generated" id="19" name="Google Shape;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4762" y="-4019608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&#10;&#10;Description automatically generated" id="37" name="Google Shape;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263605" y="1414466"/>
            <a:ext cx="2944905" cy="499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-Вашата идея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Вашето решение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a dot&#10;&#10;Description automatically generated" id="56" name="Google Shape;5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&#10;&#10;Description automatically generated" id="66" name="Google Shape;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dots&#10;&#10;Description automatically generated" id="73" name="Google Shape;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lang="en-US" sz="52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84" name="Google Shape;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&#10;&#10;Description automatically generated" id="85" name="Google Shape;8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100" name="Google Shape;1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Вашето преживяване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100138" y="1400175"/>
            <a:ext cx="557688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-Вашият екип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-Вашият ментор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-Какво научихте от Хакатона?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black lines&#10;&#10;Description automatically generated" id="112" name="Google Shape;11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&#10;&#10;Description automatically generated" id="118" name="Google Shape;1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010" y="802482"/>
            <a:ext cx="131445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6475" y="768706"/>
            <a:ext cx="1643063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8744" y="2305050"/>
            <a:ext cx="1576388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556" y="2897980"/>
            <a:ext cx="1619250" cy="1443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66900" y="2195513"/>
            <a:ext cx="1647825" cy="1338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39189" y="1435145"/>
            <a:ext cx="2052637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42807" y="1777734"/>
            <a:ext cx="1589791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97449" y="2648611"/>
            <a:ext cx="2324100" cy="153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07409" y="3838575"/>
            <a:ext cx="809625" cy="966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93644" y="566285"/>
            <a:ext cx="37719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424488" y="3462338"/>
            <a:ext cx="6381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143875" y="1047750"/>
            <a:ext cx="5810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56810" y="3417755"/>
            <a:ext cx="852488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19788" y="4300538"/>
            <a:ext cx="881063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60431" y="3284504"/>
            <a:ext cx="1804988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453575" y="961214"/>
            <a:ext cx="1023938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673659" y="2144646"/>
            <a:ext cx="13335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71538" y="276225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Добрита за използване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631411" y="4517493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2026-01-15T12:11:17Z</dcterms:created>
  <dc:creator>PptxGenJS</dc:creator>
</cp:coreProperties>
</file>